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6" autoAdjust="0"/>
    <p:restoredTop sz="94648" autoAdjust="0"/>
  </p:normalViewPr>
  <p:slideViewPr>
    <p:cSldViewPr snapToGrid="0" snapToObjects="1">
      <p:cViewPr varScale="1">
        <p:scale>
          <a:sx n="97" d="100"/>
          <a:sy n="97" d="100"/>
        </p:scale>
        <p:origin x="80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72B2297B-54E9-8694-DA95-192519654A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00A7A81-D5DB-1B39-D57A-A12FE9D54B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EF7F3-818C-4EDD-9202-3C6729A4188A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B230B75-4530-801C-2409-384F56A7E3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6363E25-9E94-BC67-E802-EC8DFC52FB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1CDE4-CC9A-406F-840A-E4B6CDE8D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39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D504B-B5F7-4275-8F22-807E33AC349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2E3BA-641B-483F-A14B-701800E2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12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2E3BA-641B-483F-A14B-701800E223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6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86A0A70-F39C-E14E-A9AD-78E4291BBA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D1741C1-F7C2-1F4A-A6E8-F0967C4FEC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72343" y="0"/>
            <a:ext cx="6313714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C184774-42D8-494A-BB89-BDD8A44D25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2296885"/>
            <a:ext cx="10058400" cy="31786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B96A839-0584-804A-B308-7793CAFB46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86229" y="475343"/>
            <a:ext cx="9085943" cy="6821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xmlns="" id="{060E7A2A-60E9-8F44-96B5-608AFD999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880" y="1277139"/>
            <a:ext cx="8675370" cy="595315"/>
          </a:xfrm>
        </p:spPr>
        <p:txBody>
          <a:bodyPr>
            <a:normAutofit/>
          </a:bodyPr>
          <a:lstStyle>
            <a:lvl1pPr algn="ctr">
              <a:defRPr sz="2800" b="1" i="0" cap="all" spc="3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6098CB78-AC04-D042-99AD-C2F1E4750D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3420" y="2687408"/>
            <a:ext cx="8671560" cy="417743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>
                <a:latin typeface="+mn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6B59FE82-774C-BB4A-A05E-24C96316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2150" y="3105151"/>
            <a:ext cx="8674100" cy="1118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 i="0" cap="all" spc="300" baseline="0">
                <a:latin typeface="+mj-lt"/>
              </a:defRPr>
            </a:lvl1pPr>
            <a:lvl2pPr marL="502920" indent="0">
              <a:buNone/>
              <a:defRPr/>
            </a:lvl2pPr>
            <a:lvl3pPr marL="1005840" indent="0">
              <a:buNone/>
              <a:defRPr/>
            </a:lvl3pPr>
            <a:lvl4pPr marL="1508760" indent="0">
              <a:buNone/>
              <a:defRPr/>
            </a:lvl4pPr>
            <a:lvl5pPr marL="201168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xmlns="" id="{931E6A6E-1BA7-1F45-A08D-307AACEBEB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2150" y="4237256"/>
            <a:ext cx="8672830" cy="522968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>
                <a:latin typeface="+mn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3049D150-13BC-384D-BEE8-E9527DB605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734457" y="5979886"/>
            <a:ext cx="6589486" cy="0"/>
            <a:chOff x="1872342" y="5979886"/>
            <a:chExt cx="6589486" cy="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08158FB6-64E7-264E-BD07-114D31C971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72342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4503DA16-86E8-5840-BA1E-44CC83BAF5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718628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DA8018AF-5E5E-4B81-9EF1-A16639E6FCF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09763" y="5421313"/>
            <a:ext cx="2387600" cy="6667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n-lt"/>
              </a:defRPr>
            </a:lvl1pPr>
          </a:lstStyle>
          <a:p>
            <a:r>
              <a:rPr lang="en-US" dirty="0"/>
              <a:t>Click to add signature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xmlns="" id="{1992CD75-2B6A-794B-BA19-6C895CC506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4340" y="5502838"/>
            <a:ext cx="3127375" cy="428061"/>
          </a:xfrm>
        </p:spPr>
        <p:txBody>
          <a:bodyPr anchor="b">
            <a:noAutofit/>
          </a:bodyPr>
          <a:lstStyle>
            <a:lvl1pPr marL="0" indent="0">
              <a:buNone/>
              <a:defRPr sz="1600" b="0" i="0">
                <a:latin typeface="+mn-lt"/>
              </a:defRPr>
            </a:lvl1pPr>
            <a:lvl2pPr marL="502920" indent="0">
              <a:buNone/>
              <a:defRPr b="0" i="0">
                <a:latin typeface="Century Gothic" panose="020B0502020202020204" pitchFamily="34" charset="0"/>
              </a:defRPr>
            </a:lvl2pPr>
            <a:lvl3pPr marL="1005840" indent="0">
              <a:buNone/>
              <a:defRPr b="0" i="0">
                <a:latin typeface="Century Gothic" panose="020B0502020202020204" pitchFamily="34" charset="0"/>
              </a:defRPr>
            </a:lvl3pPr>
            <a:lvl4pPr marL="1508760" indent="0">
              <a:buNone/>
              <a:defRPr b="0" i="0">
                <a:latin typeface="Century Gothic" panose="020B0502020202020204" pitchFamily="34" charset="0"/>
              </a:defRPr>
            </a:lvl4pPr>
            <a:lvl5pPr marL="2011680" indent="0">
              <a:buNone/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D283EC73-AB32-5D48-A0E4-F1D99FE00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33540" y="6088627"/>
            <a:ext cx="3127375" cy="428061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502920" indent="0">
              <a:buNone/>
              <a:defRPr b="0" i="0">
                <a:latin typeface="Century Gothic" panose="020B0502020202020204" pitchFamily="34" charset="0"/>
              </a:defRPr>
            </a:lvl2pPr>
            <a:lvl3pPr marL="1005840" indent="0">
              <a:buNone/>
              <a:defRPr b="0" i="0">
                <a:latin typeface="Century Gothic" panose="020B0502020202020204" pitchFamily="34" charset="0"/>
              </a:defRPr>
            </a:lvl3pPr>
            <a:lvl4pPr marL="1508760" indent="0">
              <a:buNone/>
              <a:defRPr b="0" i="0">
                <a:latin typeface="Century Gothic" panose="020B0502020202020204" pitchFamily="34" charset="0"/>
              </a:defRPr>
            </a:lvl4pPr>
            <a:lvl5pPr marL="2011680" indent="0">
              <a:buNone/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xmlns="" id="{862A197F-3655-7548-A845-8B9429889B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340" y="6088627"/>
            <a:ext cx="3127375" cy="428061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502920" indent="0">
              <a:buNone/>
              <a:defRPr b="0" i="0">
                <a:latin typeface="Century Gothic" panose="020B0502020202020204" pitchFamily="34" charset="0"/>
              </a:defRPr>
            </a:lvl2pPr>
            <a:lvl3pPr marL="1005840" indent="0">
              <a:buNone/>
              <a:defRPr b="0" i="0">
                <a:latin typeface="Century Gothic" panose="020B0502020202020204" pitchFamily="34" charset="0"/>
              </a:defRPr>
            </a:lvl3pPr>
            <a:lvl4pPr marL="1508760" indent="0">
              <a:buNone/>
              <a:defRPr b="0" i="0">
                <a:latin typeface="Century Gothic" panose="020B0502020202020204" pitchFamily="34" charset="0"/>
              </a:defRPr>
            </a:lvl4pPr>
            <a:lvl5pPr marL="2011680" indent="0">
              <a:buNone/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71375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55A94-CD46-C44F-8A53-8AA853BE1DF7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CBA5E-A969-C44D-8E38-C70ED41C06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06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ertificate of Achievement">
            <a:extLst>
              <a:ext uri="{FF2B5EF4-FFF2-40B4-BE49-F238E27FC236}">
                <a16:creationId xmlns:a16="http://schemas.microsoft.com/office/drawing/2014/main" xmlns="" id="{6CE66C72-8BEE-B947-88BE-D6AE32BB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277139"/>
            <a:ext cx="8675370" cy="59531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2400" dirty="0" smtClean="0"/>
              <a:t>QUR'AN MEMORIZATION CERTIFICATE</a:t>
            </a:r>
            <a:endParaRPr lang="en-IN" sz="2400" dirty="0"/>
          </a:p>
        </p:txBody>
      </p:sp>
      <p:sp>
        <p:nvSpPr>
          <p:cNvPr id="5" name="This acknowledges that">
            <a:extLst>
              <a:ext uri="{FF2B5EF4-FFF2-40B4-BE49-F238E27FC236}">
                <a16:creationId xmlns:a16="http://schemas.microsoft.com/office/drawing/2014/main" xmlns="" id="{9E9660E2-F05F-4D4C-9E31-E8A668CA18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0880" y="1995368"/>
            <a:ext cx="8671560" cy="417743"/>
          </a:xfrm>
        </p:spPr>
        <p:txBody>
          <a:bodyPr>
            <a:noAutofit/>
          </a:bodyPr>
          <a:lstStyle/>
          <a:p>
            <a:r>
              <a:rPr lang="en-US" sz="2800" b="1" dirty="0" err="1"/>
              <a:t>بِسْمِ</a:t>
            </a:r>
            <a:r>
              <a:rPr lang="en-US" sz="2800" b="1" dirty="0"/>
              <a:t> </a:t>
            </a:r>
            <a:r>
              <a:rPr lang="en-US" sz="2800" b="1" dirty="0" err="1"/>
              <a:t>اللَّهِ</a:t>
            </a:r>
            <a:r>
              <a:rPr lang="en-US" sz="2800" b="1" dirty="0"/>
              <a:t> </a:t>
            </a:r>
            <a:r>
              <a:rPr lang="en-US" sz="2800" b="1" dirty="0" err="1"/>
              <a:t>الرَّحْمَنِ</a:t>
            </a:r>
            <a:r>
              <a:rPr lang="en-US" sz="2800" b="1" dirty="0"/>
              <a:t> </a:t>
            </a:r>
            <a:r>
              <a:rPr lang="en-US" sz="2800" b="1" dirty="0" err="1"/>
              <a:t>الرَّحِيم</a:t>
            </a:r>
            <a:endParaRPr lang="en-IN" sz="2800" dirty="0"/>
          </a:p>
        </p:txBody>
      </p:sp>
      <p:sp>
        <p:nvSpPr>
          <p:cNvPr id="7" name="has successfully completed Cheese Production Training">
            <a:extLst>
              <a:ext uri="{FF2B5EF4-FFF2-40B4-BE49-F238E27FC236}">
                <a16:creationId xmlns:a16="http://schemas.microsoft.com/office/drawing/2014/main" xmlns="" id="{D2D66D3E-B6D3-874A-823E-0D8BC27749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3420" y="3129373"/>
            <a:ext cx="8672830" cy="522968"/>
          </a:xfrm>
        </p:spPr>
        <p:txBody>
          <a:bodyPr>
            <a:normAutofit/>
          </a:bodyPr>
          <a:lstStyle/>
          <a:p>
            <a:r>
              <a:rPr lang="en-US" sz="1400" dirty="0" smtClean="0"/>
              <a:t>This certificate is proudly presented to</a:t>
            </a:r>
            <a:endParaRPr lang="en-IN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2930012" y="3462777"/>
            <a:ext cx="4251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………………………………………………….</a:t>
            </a:r>
            <a:endParaRPr lang="en-IN" sz="1600" dirty="0"/>
          </a:p>
        </p:txBody>
      </p:sp>
      <p:sp>
        <p:nvSpPr>
          <p:cNvPr id="12" name="has successfully completed Cheese Production Training">
            <a:extLst>
              <a:ext uri="{FF2B5EF4-FFF2-40B4-BE49-F238E27FC236}">
                <a16:creationId xmlns:a16="http://schemas.microsoft.com/office/drawing/2014/main" xmlns="" id="{D2D66D3E-B6D3-874A-823E-0D8BC27749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5385" y="3782103"/>
            <a:ext cx="7018847" cy="13857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400" dirty="0" smtClean="0"/>
              <a:t>for successfully completing the memorization of Holy Qur’an (</a:t>
            </a:r>
            <a:r>
              <a:rPr lang="en-GB" sz="1400" dirty="0" err="1" smtClean="0"/>
              <a:t>Hifz</a:t>
            </a:r>
            <a:r>
              <a:rPr lang="en-GB" sz="1400" dirty="0" smtClean="0"/>
              <a:t>-</a:t>
            </a:r>
            <a:r>
              <a:rPr lang="en-GB" sz="1400" dirty="0" err="1" smtClean="0"/>
              <a:t>ul</a:t>
            </a:r>
            <a:r>
              <a:rPr lang="en-GB" sz="1400" dirty="0" smtClean="0"/>
              <a:t>-Qur'an), demonstrating outstanding dedication, perseverance, and commitment to the words of Allah (SWT).May the Qur'an be a guiding light in your life and a source of intercession on the Day of Judgment.</a:t>
            </a:r>
            <a:endParaRPr lang="en-GB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1633540" y="5656125"/>
            <a:ext cx="2260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Awarded </a:t>
            </a:r>
            <a:r>
              <a:rPr lang="en-IN" sz="1200" dirty="0" smtClean="0"/>
              <a:t>on : </a:t>
            </a:r>
            <a:endParaRPr lang="en-IN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5522198" y="5670025"/>
            <a:ext cx="2260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Awarded by: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33540" y="6516447"/>
            <a:ext cx="2260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Authorized Signature: </a:t>
            </a:r>
          </a:p>
        </p:txBody>
      </p:sp>
    </p:spTree>
    <p:extLst>
      <p:ext uri="{BB962C8B-B14F-4D97-AF65-F5344CB8AC3E}">
        <p14:creationId xmlns:p14="http://schemas.microsoft.com/office/powerpoint/2010/main" val="307109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Certificate of Achievement">
      <a:dk1>
        <a:srgbClr val="000000"/>
      </a:dk1>
      <a:lt1>
        <a:srgbClr val="FFFFFF"/>
      </a:lt1>
      <a:dk2>
        <a:srgbClr val="212745"/>
      </a:dk2>
      <a:lt2>
        <a:srgbClr val="F3684E"/>
      </a:lt2>
      <a:accent1>
        <a:srgbClr val="F3684D"/>
      </a:accent1>
      <a:accent2>
        <a:srgbClr val="FD9F59"/>
      </a:accent2>
      <a:accent3>
        <a:srgbClr val="A7EA52"/>
      </a:accent3>
      <a:accent4>
        <a:srgbClr val="5DCEAF"/>
      </a:accent4>
      <a:accent5>
        <a:srgbClr val="FFD721"/>
      </a:accent5>
      <a:accent6>
        <a:srgbClr val="F141C4"/>
      </a:accent6>
      <a:hlink>
        <a:srgbClr val="56C7AA"/>
      </a:hlink>
      <a:folHlink>
        <a:srgbClr val="59A8D1"/>
      </a:folHlink>
    </a:clrScheme>
    <a:fontScheme name="Century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1697EA-30B6-412B-81AE-04AF92197E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004771-9332-485E-8D3E-D89C063CC041}">
  <ds:schemaRefs>
    <ds:schemaRef ds:uri="http://schemas.openxmlformats.org/package/2006/metadata/core-properties"/>
    <ds:schemaRef ds:uri="16c05727-aa75-4e4a-9b5f-8a80a1165891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230e9df3-be65-4c73-a93b-d1236ebd677e"/>
    <ds:schemaRef ds:uri="http://purl.org/dc/terms/"/>
    <ds:schemaRef ds:uri="71af3243-3dd4-4a8d-8c0d-dd76da1f02a5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6284EA3-5DEE-4963-913F-BF271CF2BC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72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Custom</vt:lpstr>
      <vt:lpstr>QUR'AN MEMORIZATION CERTIFICATE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OF ACHIEVEMENT</dc:title>
  <dc:creator/>
  <cp:lastModifiedBy>ARUN</cp:lastModifiedBy>
  <cp:revision>5</cp:revision>
  <dcterms:created xsi:type="dcterms:W3CDTF">2023-12-02T17:07:59Z</dcterms:created>
  <dcterms:modified xsi:type="dcterms:W3CDTF">2025-03-06T07:07:49Z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